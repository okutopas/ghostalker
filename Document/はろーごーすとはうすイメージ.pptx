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B7446-48C8-459E-B149-38645C919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543D56-5275-4433-AC6B-48C079C93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82E4B-4964-43D2-BD0B-453B8C95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F826D6-6670-4C86-8555-53E3D337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8EE8B-4BE0-41CB-86FC-3E52F221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27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DB6BD-F8E7-4267-A1B7-6FDC2001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B054DB-9DAB-42DB-97E9-2041BFB7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7419C1-EF27-4731-854D-7AC034C1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8E9839-B23C-4208-A905-3EA192C2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90A0DA-FFCF-427E-A901-20D36B7D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93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FF626-0DCB-4418-BDC0-430245C1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05B363-6103-40D6-99F9-01459C12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EDA1B8-4A8C-4772-AC96-96E0578F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26A79C-82E4-4E1C-98DD-A2D956C9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9E362D-9873-4BB6-85A6-A548650B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75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CFCE1-1DAD-4CF0-9E82-14597765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0D2101-8A0B-4287-89CD-D501C2182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D76B92-2ED9-4FF7-B0A8-E7565706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B79F66-5754-4890-B0B2-AB449CCF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4190D5-C9B4-445E-A21E-82600B98E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0B78CD-7F16-4D5E-88B0-D5A8A549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10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BCECA-2C47-437B-8078-3F5094FE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EADDB1-A1B3-40AB-A6CB-594FCE57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C693F6-ECCB-4FD3-928F-34DE1D745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C7DAEA-F1E0-4388-981B-3C6FFEA93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E04D4C-EA4F-46C1-8DB5-76B1BC8EF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0D22AA-2C8A-492C-8768-0BDD2A2C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5149BA3-A66A-40C7-91BF-4A402E36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202231-EF36-4367-8DA0-3F269B09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29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3FE855-5BDE-45A0-BCE6-7126CBE6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7CE3B0-0B08-4E1F-8741-28B0EF36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4C8BCE-DBB0-4407-B6EB-4077169E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2AFCC-FEF7-4948-8A65-9B274511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9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BAD0C9-696C-40C3-8F64-F0344946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B71E51-527E-464D-B64B-73002AFA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615ABC-3B51-4801-A480-F2153F24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26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77079-CE2C-436A-BB9A-0DECF1A0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246AC-D040-45DA-94E6-9FF53476D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76B941-57A5-40B3-92D8-2459F1BB9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68711-795F-4DDD-842C-0411AC9C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98EFBD-93F6-4173-A696-A6027434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70D76D-3377-42F5-9ACE-75DBEDDA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99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34FA5-9D4E-4C31-86A1-7EE2D915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2F432F2-E3F2-430B-B3E9-9396D3F22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D62F4B-8F9D-4F1B-AC18-F57A87179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C32CB5-7A36-4BFB-B436-22EB9BB3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37DB52-B331-46CE-8D91-9C499995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9B4A4C-D24F-4B74-A02C-9D61ED5B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7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B5A9A-1E18-4B9D-8B96-4FEEC705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B22025-BCC6-4997-AD07-EA5AE8F6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AFBF75-3718-4876-84C9-E14093DB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21B66-2842-4307-9654-AFA0D1DD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4141A-F8E0-40C6-9CFF-F6BFD6A2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6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3A842E-4D98-47F1-9CEE-BB006DE56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1199A3-793D-4D80-B8CF-F0E51CFF4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F843DA-616E-40EE-903F-C1788C0E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CCC02-21E1-4F59-A4F6-ADA6F43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837D24-4DFA-4E42-BAF2-912F8250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52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A8E1D0-1924-4500-8BB4-3E5B237A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4F1774-2776-4A76-ABAA-88B84C86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7FEB34-A5DF-4D0E-914B-6A07C27EB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AE884-8701-47BC-A08D-2D41EBB94942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C427AC-EF5C-4374-8012-44A05D0D3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F0DBFD-88D6-4D96-B190-02C37F761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83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6B58611-F3FF-43DC-AF0F-8342612CE8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166" y="2711407"/>
            <a:ext cx="821365" cy="8213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2ABC8E8-FD84-D7CB-891D-E5D488FE730D}"/>
              </a:ext>
              <a:ext uri="{147F2762-F138-4A5C-976F-8EAC2B608ADB}">
                <a16:predDERef xmlns:a16="http://schemas.microsoft.com/office/drawing/2014/main" pred="{49AAA3A1-C6C2-03D4-C959-2B58457A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46" y="2638913"/>
            <a:ext cx="707015" cy="96635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3A0BA0A-0097-481D-B4CC-0CE7DECC0A51}"/>
              </a:ext>
            </a:extLst>
          </p:cNvPr>
          <p:cNvSpPr txBox="1"/>
          <p:nvPr/>
        </p:nvSpPr>
        <p:spPr>
          <a:xfrm>
            <a:off x="1812851" y="4371431"/>
            <a:ext cx="8910084" cy="19389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　</a:t>
            </a:r>
            <a:endParaRPr kumimoji="1" lang="en-US" altLang="ja-JP" dirty="0"/>
          </a:p>
          <a:p>
            <a:pPr algn="ctr"/>
            <a:r>
              <a:rPr lang="ja-JP" altLang="en-US" sz="2800" dirty="0"/>
              <a:t>　僕たちのおうちへようこそ</a:t>
            </a:r>
            <a:endParaRPr lang="en-US" altLang="ja-JP" sz="2800" dirty="0"/>
          </a:p>
          <a:p>
            <a:pPr algn="ctr"/>
            <a:r>
              <a:rPr lang="ja-JP" altLang="en-US" sz="2800" dirty="0"/>
              <a:t>ここに来たからには「鬼ごっこ」で遊んでもらうよ</a:t>
            </a:r>
            <a:endParaRPr lang="en-US" altLang="ja-JP" sz="2800" dirty="0"/>
          </a:p>
          <a:p>
            <a:pPr algn="ctr"/>
            <a:r>
              <a:rPr lang="ja-JP" altLang="en-US" sz="2800" dirty="0"/>
              <a:t>君は僕たちをどのくらいたのしませてくれるかな？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B3F122F-CEA9-40BF-8898-8188B1BB9690}"/>
              </a:ext>
            </a:extLst>
          </p:cNvPr>
          <p:cNvSpPr txBox="1"/>
          <p:nvPr/>
        </p:nvSpPr>
        <p:spPr>
          <a:xfrm>
            <a:off x="2408274" y="3989108"/>
            <a:ext cx="2424224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　おばけ</a:t>
            </a:r>
          </a:p>
        </p:txBody>
      </p:sp>
    </p:spTree>
    <p:extLst>
      <p:ext uri="{BB962C8B-B14F-4D97-AF65-F5344CB8AC3E}">
        <p14:creationId xmlns:p14="http://schemas.microsoft.com/office/powerpoint/2010/main" val="79280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9DC438E-3D81-4722-BFD8-BA8A4E60C37C}"/>
              </a:ext>
              <a:ext uri="{147F2762-F138-4A5C-976F-8EAC2B608ADB}">
                <a16:predDERef xmlns:a16="http://schemas.microsoft.com/office/drawing/2014/main" pred="{49AAA3A1-C6C2-03D4-C959-2B58457A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764" y="2800834"/>
            <a:ext cx="707015" cy="966354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2B539A5-B88D-4E3A-9B26-7F8389A464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853" y="2800834"/>
            <a:ext cx="821365" cy="82136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2A17A22-E8FB-47B3-AC64-419DCCF7FE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588" y="42531"/>
            <a:ext cx="821365" cy="82136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DECFABE-A949-4C4C-A93E-C3719DE00B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77" y="2800834"/>
            <a:ext cx="821365" cy="82136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12E17D9-4BEC-4582-984F-C2605EE1B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72" y="5811901"/>
            <a:ext cx="821365" cy="8213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16A1D4E-6436-4D0D-A998-6A27AD7639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5399" y="2760357"/>
            <a:ext cx="821365" cy="8213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A6C89A-7948-4651-8FD3-83E659D1CB31}"/>
              </a:ext>
            </a:extLst>
          </p:cNvPr>
          <p:cNvSpPr txBox="1"/>
          <p:nvPr/>
        </p:nvSpPr>
        <p:spPr>
          <a:xfrm>
            <a:off x="3067493" y="86902"/>
            <a:ext cx="3530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/>
              <a:t>LV1</a:t>
            </a:r>
            <a:endParaRPr kumimoji="1" lang="ja-JP" altLang="en-US" sz="4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058C39-7358-4338-90CA-CF6724E6A073}"/>
              </a:ext>
            </a:extLst>
          </p:cNvPr>
          <p:cNvSpPr txBox="1"/>
          <p:nvPr/>
        </p:nvSpPr>
        <p:spPr>
          <a:xfrm>
            <a:off x="7242815" y="86903"/>
            <a:ext cx="32535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００</a:t>
            </a:r>
          </a:p>
        </p:txBody>
      </p:sp>
    </p:spTree>
    <p:extLst>
      <p:ext uri="{BB962C8B-B14F-4D97-AF65-F5344CB8AC3E}">
        <p14:creationId xmlns:p14="http://schemas.microsoft.com/office/powerpoint/2010/main" val="96123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</Words>
  <Application>Microsoft Office PowerPoint</Application>
  <PresentationFormat>ワイド画面</PresentationFormat>
  <Paragraphs>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student</dc:creator>
  <cp:lastModifiedBy>student</cp:lastModifiedBy>
  <cp:revision>2</cp:revision>
  <dcterms:created xsi:type="dcterms:W3CDTF">2025-11-04T07:52:20Z</dcterms:created>
  <dcterms:modified xsi:type="dcterms:W3CDTF">2025-11-04T07:54:34Z</dcterms:modified>
</cp:coreProperties>
</file>